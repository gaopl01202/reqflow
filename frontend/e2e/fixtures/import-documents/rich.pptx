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</c:v>
                </c:pt>
                <c:pt idx="1">
                  <c:v>42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本地演示预览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914400" cy="914400"/>
          </a:xfrm>
          <a:prstGeom prst="rect">
            <a:avLst/>
          </a:prstGeom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0" y="1371600"/>
          <a:ext cx="45720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